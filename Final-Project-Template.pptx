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5"/>
  </p:notesMasterIdLst>
  <p:sldIdLst>
    <p:sldId id="256" r:id="rId2"/>
    <p:sldId id="371" r:id="rId3"/>
    <p:sldId id="370" r:id="rId4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6"/>
      <p:bold r:id="rId7"/>
      <p:italic r:id="rId8"/>
      <p:boldItalic r:id="rId9"/>
    </p:embeddedFont>
    <p:embeddedFont>
      <p:font typeface="Book Antiqua" panose="02040602050305030304" pitchFamily="18" charset="0"/>
      <p:regular r:id="rId10"/>
      <p:bold r:id="rId11"/>
      <p:italic r:id="rId12"/>
      <p:boldItalic r:id="rId13"/>
    </p:embeddedFon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ptima" pitchFamily="2" charset="0"/>
      <p:regular r:id="rId22"/>
      <p:bold r:id="rId23"/>
      <p:italic r:id="rId24"/>
    </p:embeddedFont>
    <p:embeddedFont>
      <p:font typeface="Raleway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43D"/>
    <a:srgbClr val="00863D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4"/>
    <p:restoredTop sz="82034" autoAdjust="0"/>
  </p:normalViewPr>
  <p:slideViewPr>
    <p:cSldViewPr snapToGrid="0" showGuides="1">
      <p:cViewPr varScale="1">
        <p:scale>
          <a:sx n="84" d="100"/>
          <a:sy n="84" d="100"/>
        </p:scale>
        <p:origin x="894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404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font" Target="fonts/font21.fntdata"/><Relationship Id="rId3" Type="http://schemas.openxmlformats.org/officeDocument/2006/relationships/slide" Target="slides/slide2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font" Target="fonts/font19.fntdata"/><Relationship Id="rId32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font" Target="fonts/font18.fntdata"/><Relationship Id="rId28" Type="http://schemas.openxmlformats.org/officeDocument/2006/relationships/font" Target="fonts/font23.fntdata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font" Target="fonts/font17.fntdata"/><Relationship Id="rId27" Type="http://schemas.openxmlformats.org/officeDocument/2006/relationships/font" Target="fonts/font2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Open Sans"/>
              <a:buNone/>
            </a:pPr>
            <a:endParaRPr lang="en-GB" sz="11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Open Sans"/>
              <a:buAutoNum type="arabicPeriod"/>
            </a:pPr>
            <a:endParaRPr lang="en-GB" sz="1100" dirty="0"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44789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8"/>
          <p:cNvSpPr txBox="1">
            <a:spLocks noGrp="1"/>
          </p:cNvSpPr>
          <p:nvPr>
            <p:ph type="ctrTitle"/>
          </p:nvPr>
        </p:nvSpPr>
        <p:spPr>
          <a:xfrm>
            <a:off x="727950" y="1739400"/>
            <a:ext cx="47862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Open Sans"/>
              <a:buNone/>
              <a:defRPr sz="42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ubTitle" idx="1"/>
          </p:nvPr>
        </p:nvSpPr>
        <p:spPr>
          <a:xfrm>
            <a:off x="727951" y="3512900"/>
            <a:ext cx="47862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Open Sans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 - Title and body">
  <p:cSld name="TITLE_AND_BODY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 txBox="1">
            <a:spLocks noGrp="1"/>
          </p:cNvSpPr>
          <p:nvPr>
            <p:ph type="title"/>
          </p:nvPr>
        </p:nvSpPr>
        <p:spPr>
          <a:xfrm>
            <a:off x="536600" y="382925"/>
            <a:ext cx="56862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body" idx="1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HI - 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536600" y="382925"/>
            <a:ext cx="58833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0"/>
          <p:cNvSpPr txBox="1">
            <a:spLocks noGrp="1"/>
          </p:cNvSpPr>
          <p:nvPr>
            <p:ph type="body" idx="1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Char char="●"/>
              <a:defRPr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■"/>
              <a:defRPr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  <a:defRPr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  <a:defRPr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■"/>
              <a:defRPr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  <a:defRPr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○"/>
              <a:defRPr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■"/>
              <a:defRPr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3" name="Google Shape;23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28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729450" y="2273900"/>
            <a:ext cx="46137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3600"/>
              <a:buFont typeface="Open Sans"/>
              <a:buNone/>
              <a:defRPr sz="3600"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31" name="Google Shape;31;p10"/>
          <p:cNvSpPr txBox="1">
            <a:spLocks noGrp="1"/>
          </p:cNvSpPr>
          <p:nvPr>
            <p:ph type="subTitle" idx="1"/>
          </p:nvPr>
        </p:nvSpPr>
        <p:spPr>
          <a:xfrm>
            <a:off x="729450" y="3668625"/>
            <a:ext cx="45324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000"/>
              <a:buNone/>
              <a:defRPr sz="2000">
                <a:solidFill>
                  <a:srgbClr val="202C6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000"/>
              <a:buNone/>
              <a:defRPr sz="2000">
                <a:solidFill>
                  <a:srgbClr val="202C6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000"/>
              <a:buNone/>
              <a:defRPr sz="2000">
                <a:solidFill>
                  <a:srgbClr val="202C6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000"/>
              <a:buNone/>
              <a:defRPr sz="2000">
                <a:solidFill>
                  <a:srgbClr val="202C6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000"/>
              <a:buNone/>
              <a:defRPr sz="2000">
                <a:solidFill>
                  <a:srgbClr val="202C6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000"/>
              <a:buNone/>
              <a:defRPr sz="2000">
                <a:solidFill>
                  <a:srgbClr val="202C6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000"/>
              <a:buNone/>
              <a:defRPr sz="2000">
                <a:solidFill>
                  <a:srgbClr val="202C6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000"/>
              <a:buNone/>
              <a:defRPr sz="20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Pang - Title and body">
  <p:cSld name="TITLE_AND_BODY_1_2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536600" y="382925"/>
            <a:ext cx="61650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C - Title and body">
  <p:cSld name="TITLE_AND_BODY_1_2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536600" y="382925"/>
            <a:ext cx="54516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 - Title and body">
  <p:cSld name="TITLE_AND_BODY_1_2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4"/>
          <p:cNvSpPr txBox="1">
            <a:spLocks noGrp="1"/>
          </p:cNvSpPr>
          <p:nvPr>
            <p:ph type="title"/>
          </p:nvPr>
        </p:nvSpPr>
        <p:spPr>
          <a:xfrm>
            <a:off x="536600" y="382925"/>
            <a:ext cx="59208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1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U - Title and body">
  <p:cSld name="TITLE_AND_BODY_1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JC - Title and body">
  <p:cSld name="TITLE_AND_BODY_1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6"/>
          <p:cNvSpPr txBox="1">
            <a:spLocks noGrp="1"/>
          </p:cNvSpPr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1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C - Title and body">
  <p:cSld name="TITLE_AND_BODY_1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CL - Title and body">
  <p:cSld name="TITLE_AND_BODY_1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8"/>
          <p:cNvSpPr txBox="1">
            <a:spLocks noGrp="1"/>
          </p:cNvSpPr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body" idx="1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CL - Title and body">
  <p:cSld name="TITLE_AND_BODY_1_1_1_1_1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PM Indonesia - Title and body">
  <p:cSld name="TITLE_AND_BODY_1_1_1_1_1_1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rizon Ed - Title and body">
  <p:cSld name="TITLE_AND_BODY_1_1_1_1_1_1_1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536600" y="3829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>
            <a:off x="675550" y="12747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CR - Title and body">
  <p:cSld name="TITLE_AND_BODY_1_1_1_1_1_1_1_1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517825" y="11713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656775" y="20631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guna - Title and body">
  <p:cSld name="TITLE_AND_BODY_1_1_1_1_1_1_1_1_1_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517825" y="12276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body" idx="1"/>
          </p:nvPr>
        </p:nvSpPr>
        <p:spPr>
          <a:xfrm>
            <a:off x="656775" y="21194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ADLearning - Title and body">
  <p:cSld name="TITLE_AND_BODY_1_1_1_1_1_1_1_1_1_1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517825" y="1227625"/>
            <a:ext cx="5564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None/>
              <a:defRPr sz="2600">
                <a:solidFill>
                  <a:srgbClr val="202C6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>
            <a:off x="656775" y="21194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Char char="●"/>
              <a:defRPr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Char char="○"/>
              <a:defRPr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●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○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Char char="■"/>
              <a:defRPr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99" name="Google Shape;99;p25"/>
          <p:cNvSpPr/>
          <p:nvPr/>
        </p:nvSpPr>
        <p:spPr>
          <a:xfrm>
            <a:off x="78150" y="95525"/>
            <a:ext cx="8961600" cy="492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w/ bottom border)">
  <p:cSld name="Blank (w/ bottom border)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1"/>
          <p:cNvSpPr/>
          <p:nvPr/>
        </p:nvSpPr>
        <p:spPr>
          <a:xfrm>
            <a:off x="6400800" y="171450"/>
            <a:ext cx="2514600" cy="74295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 panose="020F0502020204030203"/>
              <a:buChar char="●"/>
              <a:defRPr sz="13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●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●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9" name="Google Shape;9;p7"/>
          <p:cNvPicPr preferRelativeResize="0"/>
          <p:nvPr/>
        </p:nvPicPr>
        <p:blipFill rotWithShape="1">
          <a:blip r:embed="rId2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212420" y="1784378"/>
            <a:ext cx="5106838" cy="724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7000"/>
              <a:buNone/>
            </a:pPr>
            <a:r>
              <a:rPr lang="en-US" altLang="en-GB" sz="4000" b="0" dirty="0">
                <a:solidFill>
                  <a:srgbClr val="002060"/>
                </a:solidFill>
                <a:latin typeface="Book Antiqua" panose="02040602050305030304" pitchFamily="18" charset="0"/>
              </a:rPr>
              <a:t>TITLE OF PROJECT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78820" y="3359122"/>
            <a:ext cx="4618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Book Antiqua" panose="02040602050305030304" pitchFamily="18" charset="0"/>
              </a:rPr>
              <a:t>Group Name</a:t>
            </a:r>
          </a:p>
        </p:txBody>
      </p:sp>
      <p:pic>
        <p:nvPicPr>
          <p:cNvPr id="8" name="Picture 7" descr="A yellow and blue text on a black background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062" y="4215647"/>
            <a:ext cx="1939938" cy="8504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1636B1-8E4A-ACDF-66D5-D104158F9EAE}"/>
              </a:ext>
            </a:extLst>
          </p:cNvPr>
          <p:cNvSpPr txBox="1"/>
          <p:nvPr/>
        </p:nvSpPr>
        <p:spPr>
          <a:xfrm>
            <a:off x="1882707" y="4410054"/>
            <a:ext cx="4780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Book Antiqua" panose="02040602050305030304" pitchFamily="18" charset="0"/>
              </a:rPr>
              <a:t>ITE 366 Final Project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5A73EE-7DFF-FB5F-A0DC-FC4D63F955E7}"/>
              </a:ext>
            </a:extLst>
          </p:cNvPr>
          <p:cNvSpPr txBox="1"/>
          <p:nvPr/>
        </p:nvSpPr>
        <p:spPr>
          <a:xfrm>
            <a:off x="1963824" y="4793861"/>
            <a:ext cx="4618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Book Antiqua" panose="02040602050305030304" pitchFamily="18" charset="0"/>
              </a:rPr>
              <a:t>AU SOUTH CAMPUS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ED5880-B69A-DA84-873E-0D4092873A73}"/>
              </a:ext>
            </a:extLst>
          </p:cNvPr>
          <p:cNvSpPr/>
          <p:nvPr/>
        </p:nvSpPr>
        <p:spPr>
          <a:xfrm>
            <a:off x="334810" y="178402"/>
            <a:ext cx="4862059" cy="46628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700" b="1" dirty="0"/>
              <a:t>COLLEGE OF </a:t>
            </a:r>
            <a:r>
              <a:rPr lang="en-PH" sz="1700" b="1" dirty="0">
                <a:solidFill>
                  <a:srgbClr val="00B050"/>
                </a:solidFill>
              </a:rPr>
              <a:t>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700216"/>
            <a:ext cx="5090984" cy="72868"/>
          </a:xfrm>
          <a:solidFill>
            <a:srgbClr val="00B050"/>
          </a:solidFill>
        </p:spPr>
        <p:txBody>
          <a:bodyPr>
            <a:noAutofit/>
          </a:bodyPr>
          <a:lstStyle/>
          <a:p>
            <a:pPr algn="ctr"/>
            <a:r>
              <a:rPr lang="en-US" sz="3200" b="0" dirty="0">
                <a:solidFill>
                  <a:schemeClr val="bg1"/>
                </a:solidFill>
                <a:latin typeface="Optima" panose="02000503060000020004" pitchFamily="2" charset="0"/>
              </a:rPr>
              <a:t>Background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2731" y="77373"/>
            <a:ext cx="258845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>
                <a:solidFill>
                  <a:srgbClr val="002060"/>
                </a:solidFill>
                <a:latin typeface="Arial Narrow" panose="020B0606020202030204" pitchFamily="34" charset="0"/>
              </a:rPr>
              <a:t>COLLEGE OF </a:t>
            </a:r>
            <a:r>
              <a:rPr lang="en-US" sz="1050" b="1" dirty="0">
                <a:solidFill>
                  <a:srgbClr val="00863D"/>
                </a:solidFill>
                <a:latin typeface="Arial Narrow" panose="020B0606020202030204" pitchFamily="34" charset="0"/>
              </a:rPr>
              <a:t>INFORMATION TECHNOLOGY </a:t>
            </a:r>
            <a:r>
              <a:rPr lang="en-US" sz="1000" b="1" dirty="0">
                <a:solidFill>
                  <a:srgbClr val="002060"/>
                </a:solidFill>
                <a:latin typeface="Arial Narrow" panose="020B0606020202030204" pitchFamily="34" charset="0"/>
              </a:rPr>
              <a:t>|</a:t>
            </a:r>
          </a:p>
          <a:p>
            <a:pPr algn="r"/>
            <a:r>
              <a:rPr lang="en-US" sz="1000" b="1" dirty="0">
                <a:solidFill>
                  <a:srgbClr val="002060"/>
                </a:solidFill>
                <a:latin typeface="Arial Narrow" panose="020B0606020202030204" pitchFamily="34" charset="0"/>
              </a:rPr>
              <a:t> SOUTH CAMPUS</a:t>
            </a:r>
          </a:p>
        </p:txBody>
      </p:sp>
      <p:sp>
        <p:nvSpPr>
          <p:cNvPr id="5" name="Google Shape;113;p5"/>
          <p:cNvSpPr txBox="1">
            <a:spLocks noGrp="1"/>
          </p:cNvSpPr>
          <p:nvPr>
            <p:ph type="body" idx="1"/>
          </p:nvPr>
        </p:nvSpPr>
        <p:spPr>
          <a:xfrm>
            <a:off x="395663" y="1114942"/>
            <a:ext cx="8347054" cy="197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 algn="just">
              <a:buNone/>
            </a:pPr>
            <a:endParaRPr lang="en-PH" i="0" dirty="0">
              <a:solidFill>
                <a:schemeClr val="bg2"/>
              </a:solidFill>
              <a:latin typeface="Arial Narrow" panose="020B060602020203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0" y="49079"/>
            <a:ext cx="5602286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800"/>
              <a:buFont typeface="Open Sans"/>
              <a:buNone/>
              <a:defRPr sz="2800" b="1" i="0" u="none" strike="noStrike" cap="none">
                <a:solidFill>
                  <a:srgbClr val="202C6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Font typeface="Raleway"/>
              <a:buNone/>
              <a:defRPr sz="2600" b="1" i="0" u="none" strike="noStrike" cap="none">
                <a:solidFill>
                  <a:srgbClr val="202C6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Font typeface="Raleway"/>
              <a:buNone/>
              <a:defRPr sz="2600" b="1" i="0" u="none" strike="noStrike" cap="none">
                <a:solidFill>
                  <a:srgbClr val="202C6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Font typeface="Raleway"/>
              <a:buNone/>
              <a:defRPr sz="2600" b="1" i="0" u="none" strike="noStrike" cap="none">
                <a:solidFill>
                  <a:srgbClr val="202C6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Font typeface="Raleway"/>
              <a:buNone/>
              <a:defRPr sz="2600" b="1" i="0" u="none" strike="noStrike" cap="none">
                <a:solidFill>
                  <a:srgbClr val="202C6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Font typeface="Raleway"/>
              <a:buNone/>
              <a:defRPr sz="2600" b="1" i="0" u="none" strike="noStrike" cap="none">
                <a:solidFill>
                  <a:srgbClr val="202C6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Font typeface="Raleway"/>
              <a:buNone/>
              <a:defRPr sz="2600" b="1" i="0" u="none" strike="noStrike" cap="none">
                <a:solidFill>
                  <a:srgbClr val="202C6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Font typeface="Raleway"/>
              <a:buNone/>
              <a:defRPr sz="2600" b="1" i="0" u="none" strike="noStrike" cap="none">
                <a:solidFill>
                  <a:srgbClr val="202C6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C61"/>
              </a:buClr>
              <a:buSzPts val="2600"/>
              <a:buFont typeface="Raleway"/>
              <a:buNone/>
              <a:defRPr sz="2600" b="1" i="0" u="none" strike="noStrike" cap="none">
                <a:solidFill>
                  <a:srgbClr val="202C6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Title</a:t>
            </a:r>
          </a:p>
        </p:txBody>
      </p:sp>
      <p:pic>
        <p:nvPicPr>
          <p:cNvPr id="3" name="Picture 2" descr="A yellow and blue text on a black background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620" y="4495996"/>
            <a:ext cx="1164380" cy="62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7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212420" y="1420967"/>
            <a:ext cx="5106838" cy="1190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7000"/>
              <a:buNone/>
            </a:pPr>
            <a:r>
              <a:rPr lang="en-US" altLang="en-GB" sz="6600" b="0" dirty="0">
                <a:solidFill>
                  <a:srgbClr val="002060"/>
                </a:solidFill>
                <a:latin typeface="Book Antiqua" panose="02040602050305030304" pitchFamily="18" charset="0"/>
              </a:rPr>
              <a:t>Thank You 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2079" y="3424337"/>
            <a:ext cx="61047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Book Antiqua" panose="02040602050305030304" pitchFamily="18" charset="0"/>
              </a:rPr>
              <a:t>FULL NAME | FULL NAME | FULL NAME | FULL NAME</a:t>
            </a:r>
          </a:p>
        </p:txBody>
      </p:sp>
      <p:pic>
        <p:nvPicPr>
          <p:cNvPr id="8" name="Picture 7" descr="A yellow and blue text on a black background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4062" y="4215647"/>
            <a:ext cx="1939938" cy="8504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1636B1-8E4A-ACDF-66D5-D104158F9EAE}"/>
              </a:ext>
            </a:extLst>
          </p:cNvPr>
          <p:cNvSpPr txBox="1"/>
          <p:nvPr/>
        </p:nvSpPr>
        <p:spPr>
          <a:xfrm>
            <a:off x="1779837" y="4410054"/>
            <a:ext cx="4986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Book Antiqua" panose="02040602050305030304" pitchFamily="18" charset="0"/>
              </a:rPr>
              <a:t>ITE 366 Final Project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5A73EE-7DFF-FB5F-A0DC-FC4D63F955E7}"/>
              </a:ext>
            </a:extLst>
          </p:cNvPr>
          <p:cNvSpPr txBox="1"/>
          <p:nvPr/>
        </p:nvSpPr>
        <p:spPr>
          <a:xfrm>
            <a:off x="1963824" y="4793861"/>
            <a:ext cx="4618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Book Antiqua" panose="02040602050305030304" pitchFamily="18" charset="0"/>
              </a:rPr>
              <a:t>AU </a:t>
            </a:r>
            <a:r>
              <a:rPr lang="en-US">
                <a:solidFill>
                  <a:srgbClr val="002060"/>
                </a:solidFill>
                <a:latin typeface="Book Antiqua" panose="02040602050305030304" pitchFamily="18" charset="0"/>
              </a:rPr>
              <a:t>SOUTH CAMPUS</a:t>
            </a:r>
            <a:endParaRPr lang="en-US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2C4BB6-4A82-298F-7B16-D91BF0D560AC}"/>
              </a:ext>
            </a:extLst>
          </p:cNvPr>
          <p:cNvSpPr/>
          <p:nvPr/>
        </p:nvSpPr>
        <p:spPr>
          <a:xfrm>
            <a:off x="334810" y="178402"/>
            <a:ext cx="4862059" cy="46628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700" b="1" dirty="0"/>
              <a:t>COLLEGE OF </a:t>
            </a:r>
            <a:r>
              <a:rPr lang="en-PH" sz="1700" b="1" dirty="0">
                <a:solidFill>
                  <a:srgbClr val="00B050"/>
                </a:solidFill>
              </a:rPr>
              <a:t>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198874385"/>
      </p:ext>
    </p:extLst>
  </p:cSld>
  <p:clrMapOvr>
    <a:masterClrMapping/>
  </p:clrMapOvr>
</p:sld>
</file>

<file path=ppt/theme/theme1.xml><?xml version="1.0" encoding="utf-8"?>
<a:theme xmlns:a="http://schemas.openxmlformats.org/drawingml/2006/main" name="PEHI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57</Words>
  <Application>Microsoft Office PowerPoint</Application>
  <PresentationFormat>On-screen Show (16:9)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Times New Roman</vt:lpstr>
      <vt:lpstr>Lato</vt:lpstr>
      <vt:lpstr>Book Antiqua</vt:lpstr>
      <vt:lpstr>Open Sans</vt:lpstr>
      <vt:lpstr>Arial</vt:lpstr>
      <vt:lpstr>Raleway</vt:lpstr>
      <vt:lpstr>Optima</vt:lpstr>
      <vt:lpstr>Arial Narrow</vt:lpstr>
      <vt:lpstr>PEHI</vt:lpstr>
      <vt:lpstr>TITLE OF PROJECT</vt:lpstr>
      <vt:lpstr>Background of the Study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 You’re Attending a Planning Meeting…  What you need to know</dc:title>
  <dc:creator>Gloria Tutanes</dc:creator>
  <cp:lastModifiedBy>Renz Jansen Crisostomo</cp:lastModifiedBy>
  <cp:revision>102</cp:revision>
  <dcterms:created xsi:type="dcterms:W3CDTF">2023-03-13T00:08:00Z</dcterms:created>
  <dcterms:modified xsi:type="dcterms:W3CDTF">2024-11-12T11:27:36Z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F7D66BD5E7D44B579D78E37E353BBEE7_13</vt:lpwstr>
  </property>
  <property fmtid="{D5CDD505-2E9C-101B-9397-08002B2CF9AE}" pid="3" name="KSOProductBuildVer">
    <vt:lpwstr>1033-12.2.0.13213</vt:lpwstr>
  </property>
</Properties>
</file>